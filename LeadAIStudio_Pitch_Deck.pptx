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D4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LeadAIStudio AIOps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Command Center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D4A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0" y="91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LeadAIStudio AIOps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LeadAIStudio AIOps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D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DEX-First IT Operations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the tangle of disconnected IT tools with one intelligent system of record.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</a:rPr>
              <a:t>The Problem: Reactive IT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ITSM waits for users to complain.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teams are blind to actual endpoint health until a ticket is filed.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Siled tools (Ticketing, Asset Mgmt, MDM) create workflow friction.</a:t>
            </a:r>
            <a:endParaRPr lang="en-US" sz="20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experience high friction with clunky self-service portals.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</a:rPr>
              <a:t>The Solution: Proactive, DEX-First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926F"/>
                </a:solidFill>
              </a:rPr>
              <a:t>Unifying Endpoint Telemetry and Service Desk Workflows in a single system.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Telemetry:</a:t>
            </a:r>
            <a:pPr indent="0" marL="0">
              <a:buNone/>
            </a:pPr>
            <a:r>
              <a:rPr lang="en-US" sz="18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Continuous monitoring of hardware, app crashes, and security posture.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Remediation:</a:t>
            </a:r>
            <a:pPr indent="0" marL="0">
              <a:buNone/>
            </a:pPr>
            <a:r>
              <a:rPr lang="en-US" sz="18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 issues remotely in bulk, often before the user submits a ticket.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Self-Service:</a:t>
            </a:r>
            <a:pPr indent="0" marL="0">
              <a:buNone/>
            </a:pPr>
            <a:r>
              <a:rPr lang="en-US" sz="18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clean, module-scoped portal for employees to request catalog items and view KB articles.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</a:rPr>
              <a:t>Key Capabilities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Agent Telemetry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Automated Campaigns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A3C"/>
                          </a:solidFill>
                        </a:rPr>
                        <a:t>Monitors CPU, Memory, Disk Health, Battery, Latency, and Crashes in real-time across Windows and Linux.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A3C"/>
                          </a:solidFill>
                        </a:rPr>
                        <a:t>Run bulk PowerShell/Bash remediations across 1,000+ endpoints with a single click.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SLA &amp; Incident Management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Role-Based Access Control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A3C"/>
                          </a:solidFill>
                        </a:rPr>
                        <a:t>DEX signals, SLA clocks, and breach warnings natively integrated into the ticket queue.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3A3C"/>
                          </a:solidFill>
                        </a:rPr>
                        <a:t>Granular permissions streamline the UI: IT sees ops depth, employees see only self-service.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</a:rPr>
              <a:t>Value Proposition &amp; ROI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9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Zero-Ticket IT: </a:t>
            </a:r>
            <a:pPr indent="0" marL="0">
              <a:buNone/>
            </a:pPr>
            <a:r>
              <a:rPr lang="en-US" sz="20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up to 40% of endpoint issues before employees even know there is a problem.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9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Drastic MTTR Reduction: </a:t>
            </a:r>
            <a:pPr indent="0" marL="0">
              <a:buNone/>
            </a:pPr>
            <a:r>
              <a:rPr lang="en-US" sz="20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"can you send me your logs?". The agent provides exact crash logs, latency, and hardware health instantly.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9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Training Costs: </a:t>
            </a:r>
            <a:pPr indent="0" marL="0">
              <a:buNone/>
            </a:pPr>
            <a:r>
              <a:rPr lang="en-US" sz="20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unified "Mission Control" interface means IT agents don't have to learn 5 different platforms.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</a:rPr>
              <a:t>The Next-Gen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IT Cost-Killer: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unused paid SaaS licenses and automatically revoke them (ROI in 60 days).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Arbitrage: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predicts the exact mathematical moment to sell laptops on the refurbished market before failure.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Burnout Engine: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Flag employees at risk of quitting by correlating high hardware stress with ticket sentiment.</a:t>
            </a: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6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"Digital Twin" IT Agent: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Vector DB clones your best senior IT agent's diagnostic logic to auto-triage tickets.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elevate your IT Operations?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LeadAIStudio AIOps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2026-07-15T19:02:17Z</dcterms:created>
  <dcterms:modified xsi:type="dcterms:W3CDTF">2026-07-15T19:02:17Z</dcterms:modified>
</cp:coreProperties>
</file>